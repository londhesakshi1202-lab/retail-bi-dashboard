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Retail Intelligence: From Data 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Executive Decision Report &amp; Capstone Presentation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Retail Business Intelligence Dashboard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Task 06 | RABTECH Academy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Prepared for executive-style decision making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The dashboard converts retail data into an executive view of revenue, customer, product and regional performance.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Interactive KPIs and filters help decision-makers move from high-level monitoring to focused analysis.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The recommended operating model is: Monitor → Diagnose → Act → Measure.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This report focuses on practical decisions, measurable actions and a repeatable review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Retail teams often have data but lack a single decision-ready view.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Important questions can be difficult to answer quickly: What is changing? Where is the change? Which products or customers need attention?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The dashboard addresses this gap by combining KPIs, trends, geography and categorical filters in one analytical view.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Business objective: improve visibility, prioritization and speed of decision-making.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Data is organized into business dimensions such as time, customer, product and geography, with measurable sales outcomes.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Workflow: Data preparation → KPI definition → Interactive visualization → Drill-down analysis → Business interpretation.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Quality checks should include missing values, duplicates, inconsistent categories and date/number formats.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Insights should be validated against the underlying dashboard filters before operational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KPI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Revenue — tracks overall sales value and business growth.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Average Order Value (AOV) — indicates the average value generated per order.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Customer Acquisition Cost (CAC) — measures the cost of acquiring customers.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Churn Rate — indicates customer loss over a defined period.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Use the same KPI definitions consistently across monthly executive reviews.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Revenue &amp; Profit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Use the dashboard trend view to identify growth periods, slowdowns and unusual movements.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Compare performance across time periods before deciding whether a change is structural or temporary.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Use category and product drill-downs to identify the contributors behind aggregate movement.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Management action: investigate material deviations, document the driver, and assign an owner for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Customer &amp; Product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Customer analysis should separate acquisition, retention and order-value behavior.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Product analysis should highlight high-contribution categories and products requiring attention.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Use slicers to compare customer segments, product groups and time periods without losing the executive context.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Action principle: prioritize segments/products where business impact and intervention feasibility are both high.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Regional &amp; Trend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Geographic views help identify concentration, under-served areas and regional variation.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Temporal drill-down supports year → quarter → month analysis where the dataset permits.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Categorical drill-down supports category → sub-category/product analysis where available.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Avoid treating descriptive regional differences as causal without additional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Key Risk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Data-definition risk: KPI calculations can become inconsistent if business definitions are not documented.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Data-quality risk: missing, duplicate or inconsistent records can distort trends.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Concentration risk: dependence on a small set of products, customers or regions can increase exposure.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Execution risk: insights create value only when owners, actions and review dates are assigned.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Three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1. Build a weekly KPI control loop: review Revenue, AOV, CAC and Churn together, then investigate material changes.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2. Create targeted product/customer action lists: use dashboard filters to identify priority segments and assign owners.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3. Introduce an exception-based management process: escalate unusual trends or regional/category deviations instead of manually reviewing every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ROI &amp;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Scenario-based ROI model (illustrative): quantify benefit from incremental revenue + avoided cost, then subtract implementation/operating cost.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Recommended measurement: baseline → 30-day pilot → 60-day optimization → 90-day review.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Track revenue impact, AOV movement, acquisition efficiency, churn movement and operating effort.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Important: ROI values should be replaced with organization-approved financial assumptions before business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latin typeface="Aptos"/>
              </a:defRPr>
            </a:pPr>
            <a:r>
              <a:t>Conclusion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The dashboard creates a single decision layer for retail performance monitoring.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Its strongest value is not only visualization, but the connection between KPI movement and a repeatable management action.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Next step: connect each priority insight to an owner, target, action and review date.</a:t>
            </a:r>
          </a:p>
          <a:p>
            <a:pPr>
              <a:spcAft>
                <a:spcPts val="1300"/>
              </a:spcAft>
              <a:defRPr sz="1800">
                <a:latin typeface="Aptos"/>
              </a:defRPr>
            </a:pPr>
            <a:r>
              <a:t>• Outcome: a practical analytics workflow that supports faster, evidence-based retail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Aptos"/>
              </a:defRPr>
            </a:pPr>
            <a:r>
              <a:t>Retail Business Intelligence Dashboard  |  Task 06  |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